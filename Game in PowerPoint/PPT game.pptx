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259A386-2A00-4FD4-8F6F-EDE613930B63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-480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3634B-7579-4A4F-AD18-913AE7FE1956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01DBD-1770-48D0-AA3D-8CEBFC2E5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6778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3634B-7579-4A4F-AD18-913AE7FE1956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01DBD-1770-48D0-AA3D-8CEBFC2E5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4579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3634B-7579-4A4F-AD18-913AE7FE1956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01DBD-1770-48D0-AA3D-8CEBFC2E5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8370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3634B-7579-4A4F-AD18-913AE7FE1956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01DBD-1770-48D0-AA3D-8CEBFC2E5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7261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3634B-7579-4A4F-AD18-913AE7FE1956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01DBD-1770-48D0-AA3D-8CEBFC2E5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2448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3634B-7579-4A4F-AD18-913AE7FE1956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01DBD-1770-48D0-AA3D-8CEBFC2E5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914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3634B-7579-4A4F-AD18-913AE7FE1956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01DBD-1770-48D0-AA3D-8CEBFC2E5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4886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3634B-7579-4A4F-AD18-913AE7FE1956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01DBD-1770-48D0-AA3D-8CEBFC2E5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25717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3634B-7579-4A4F-AD18-913AE7FE1956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01DBD-1770-48D0-AA3D-8CEBFC2E5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9033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3634B-7579-4A4F-AD18-913AE7FE1956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01DBD-1770-48D0-AA3D-8CEBFC2E5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1579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3634B-7579-4A4F-AD18-913AE7FE1956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01DBD-1770-48D0-AA3D-8CEBFC2E5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6166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43634B-7579-4A4F-AD18-913AE7FE1956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801DBD-1770-48D0-AA3D-8CEBFC2E5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4701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slide" Target="slide6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19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14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slide" Target="slide8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-108520" y="4101322"/>
            <a:ext cx="3888432" cy="280831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4160446" y="4509120"/>
            <a:ext cx="504056" cy="6278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Down Arrow 4">
            <a:hlinkClick r:id="rId2" action="ppaction://hlinksldjump"/>
          </p:cNvPr>
          <p:cNvSpPr/>
          <p:nvPr/>
        </p:nvSpPr>
        <p:spPr>
          <a:xfrm>
            <a:off x="1115616" y="5949280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Down Arrow 5"/>
          <p:cNvSpPr/>
          <p:nvPr/>
        </p:nvSpPr>
        <p:spPr>
          <a:xfrm rot="5400000">
            <a:off x="467544" y="5271785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Down Arrow 6">
            <a:hlinkClick r:id="" action="ppaction://hlinkshowjump?jump=nextslide"/>
          </p:cNvPr>
          <p:cNvSpPr/>
          <p:nvPr/>
        </p:nvSpPr>
        <p:spPr>
          <a:xfrm rot="16200000">
            <a:off x="1763688" y="5271785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Down Arrow 7">
            <a:hlinkClick r:id="rId3" action="ppaction://hlinksldjump"/>
          </p:cNvPr>
          <p:cNvSpPr/>
          <p:nvPr/>
        </p:nvSpPr>
        <p:spPr>
          <a:xfrm rot="10800000">
            <a:off x="1115617" y="4629924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403649" y="-99392"/>
            <a:ext cx="3312367" cy="194421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4716016" y="-243408"/>
            <a:ext cx="4824536" cy="86409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-540568" y="-243408"/>
            <a:ext cx="2376264" cy="86409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4824028" y="2924944"/>
            <a:ext cx="5364596" cy="122413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5796136" y="1484784"/>
            <a:ext cx="3888432" cy="172819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/>
          <p:cNvSpPr/>
          <p:nvPr/>
        </p:nvSpPr>
        <p:spPr>
          <a:xfrm>
            <a:off x="5148064" y="5303904"/>
            <a:ext cx="4176464" cy="1605729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7740352" y="3645024"/>
            <a:ext cx="1944216" cy="2274833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/>
          <p:cNvSpPr/>
          <p:nvPr/>
        </p:nvSpPr>
        <p:spPr>
          <a:xfrm>
            <a:off x="1835696" y="2636912"/>
            <a:ext cx="1944216" cy="57606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/>
          <p:cNvSpPr/>
          <p:nvPr/>
        </p:nvSpPr>
        <p:spPr>
          <a:xfrm>
            <a:off x="-1044624" y="1556792"/>
            <a:ext cx="1692188" cy="307313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9036496" y="188640"/>
            <a:ext cx="504056" cy="1656184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3643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-108520" y="4101322"/>
            <a:ext cx="3888432" cy="280831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4824028" y="4509120"/>
            <a:ext cx="504056" cy="6278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Down Arrow 4"/>
          <p:cNvSpPr/>
          <p:nvPr/>
        </p:nvSpPr>
        <p:spPr>
          <a:xfrm>
            <a:off x="1115616" y="5949280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Down Arrow 5">
            <a:hlinkClick r:id="" action="ppaction://hlinkshowjump?jump=previousslide"/>
          </p:cNvPr>
          <p:cNvSpPr/>
          <p:nvPr/>
        </p:nvSpPr>
        <p:spPr>
          <a:xfrm rot="5400000">
            <a:off x="467544" y="5271785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Down Arrow 6">
            <a:hlinkClick r:id="" action="ppaction://hlinkshowjump?jump=nextslide"/>
          </p:cNvPr>
          <p:cNvSpPr/>
          <p:nvPr/>
        </p:nvSpPr>
        <p:spPr>
          <a:xfrm rot="16200000">
            <a:off x="1763688" y="5271785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Down Arrow 7"/>
          <p:cNvSpPr/>
          <p:nvPr/>
        </p:nvSpPr>
        <p:spPr>
          <a:xfrm rot="10800000">
            <a:off x="1115617" y="4629924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403649" y="-99392"/>
            <a:ext cx="3312367" cy="194421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4716016" y="-243408"/>
            <a:ext cx="4824536" cy="86409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-540568" y="-243408"/>
            <a:ext cx="2376264" cy="86409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4824028" y="2924944"/>
            <a:ext cx="5364596" cy="122413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5796136" y="1484784"/>
            <a:ext cx="3888432" cy="172819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/>
          <p:cNvSpPr/>
          <p:nvPr/>
        </p:nvSpPr>
        <p:spPr>
          <a:xfrm>
            <a:off x="5148064" y="5303904"/>
            <a:ext cx="4176464" cy="1605729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7740352" y="3645024"/>
            <a:ext cx="1944216" cy="2274833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/>
          <p:cNvSpPr/>
          <p:nvPr/>
        </p:nvSpPr>
        <p:spPr>
          <a:xfrm>
            <a:off x="1835696" y="2636912"/>
            <a:ext cx="1944216" cy="57606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/>
          <p:cNvSpPr/>
          <p:nvPr/>
        </p:nvSpPr>
        <p:spPr>
          <a:xfrm>
            <a:off x="-1044624" y="1556792"/>
            <a:ext cx="1692188" cy="307313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9036496" y="188640"/>
            <a:ext cx="504056" cy="1656184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1087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-108520" y="4101322"/>
            <a:ext cx="3888432" cy="280831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5652120" y="4509120"/>
            <a:ext cx="504056" cy="6278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Down Arrow 4"/>
          <p:cNvSpPr/>
          <p:nvPr/>
        </p:nvSpPr>
        <p:spPr>
          <a:xfrm>
            <a:off x="1115616" y="5949280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Down Arrow 5">
            <a:hlinkClick r:id="" action="ppaction://hlinkshowjump?jump=previousslide"/>
          </p:cNvPr>
          <p:cNvSpPr/>
          <p:nvPr/>
        </p:nvSpPr>
        <p:spPr>
          <a:xfrm rot="5400000">
            <a:off x="467544" y="5271785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Down Arrow 6">
            <a:hlinkClick r:id="" action="ppaction://hlinkshowjump?jump=nextslide"/>
          </p:cNvPr>
          <p:cNvSpPr/>
          <p:nvPr/>
        </p:nvSpPr>
        <p:spPr>
          <a:xfrm rot="16200000">
            <a:off x="1763688" y="5271785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Down Arrow 7"/>
          <p:cNvSpPr/>
          <p:nvPr/>
        </p:nvSpPr>
        <p:spPr>
          <a:xfrm rot="10800000">
            <a:off x="1115617" y="4629924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403649" y="-99392"/>
            <a:ext cx="3312367" cy="194421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4716016" y="-243408"/>
            <a:ext cx="4824536" cy="86409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-540568" y="-243408"/>
            <a:ext cx="2376264" cy="86409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4824028" y="2924944"/>
            <a:ext cx="5364596" cy="122413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5796136" y="1484784"/>
            <a:ext cx="3888432" cy="172819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/>
          <p:cNvSpPr/>
          <p:nvPr/>
        </p:nvSpPr>
        <p:spPr>
          <a:xfrm>
            <a:off x="5148064" y="5303904"/>
            <a:ext cx="4176464" cy="1605729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7740352" y="3645024"/>
            <a:ext cx="1944216" cy="2274833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/>
          <p:cNvSpPr/>
          <p:nvPr/>
        </p:nvSpPr>
        <p:spPr>
          <a:xfrm>
            <a:off x="1835696" y="2636912"/>
            <a:ext cx="1944216" cy="57606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/>
          <p:cNvSpPr/>
          <p:nvPr/>
        </p:nvSpPr>
        <p:spPr>
          <a:xfrm>
            <a:off x="-1044624" y="1556792"/>
            <a:ext cx="1692188" cy="307313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9036496" y="188640"/>
            <a:ext cx="504056" cy="1656184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5414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-108520" y="4101322"/>
            <a:ext cx="3888432" cy="280831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6516216" y="4509120"/>
            <a:ext cx="504056" cy="6278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Down Arrow 4"/>
          <p:cNvSpPr/>
          <p:nvPr/>
        </p:nvSpPr>
        <p:spPr>
          <a:xfrm>
            <a:off x="1115616" y="5949280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Down Arrow 5">
            <a:hlinkClick r:id="" action="ppaction://hlinkshowjump?jump=previousslide"/>
          </p:cNvPr>
          <p:cNvSpPr/>
          <p:nvPr/>
        </p:nvSpPr>
        <p:spPr>
          <a:xfrm rot="5400000">
            <a:off x="467544" y="5271785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Down Arrow 6">
            <a:hlinkClick r:id="" action="ppaction://hlinkshowjump?jump=nextslide"/>
          </p:cNvPr>
          <p:cNvSpPr/>
          <p:nvPr/>
        </p:nvSpPr>
        <p:spPr>
          <a:xfrm rot="16200000">
            <a:off x="1763688" y="5271785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Down Arrow 7"/>
          <p:cNvSpPr/>
          <p:nvPr/>
        </p:nvSpPr>
        <p:spPr>
          <a:xfrm rot="10800000">
            <a:off x="1115617" y="4629924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403649" y="-99392"/>
            <a:ext cx="3312367" cy="194421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4716016" y="-243408"/>
            <a:ext cx="4824536" cy="86409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-540568" y="-243408"/>
            <a:ext cx="2376264" cy="86409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4824028" y="2924944"/>
            <a:ext cx="5364596" cy="122413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5796136" y="1484784"/>
            <a:ext cx="3888432" cy="172819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/>
          <p:cNvSpPr/>
          <p:nvPr/>
        </p:nvSpPr>
        <p:spPr>
          <a:xfrm>
            <a:off x="5148064" y="5303904"/>
            <a:ext cx="4176464" cy="1605729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7740352" y="3645024"/>
            <a:ext cx="1944216" cy="2274833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/>
          <p:cNvSpPr/>
          <p:nvPr/>
        </p:nvSpPr>
        <p:spPr>
          <a:xfrm>
            <a:off x="1835696" y="2636912"/>
            <a:ext cx="1944216" cy="57606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/>
          <p:cNvSpPr/>
          <p:nvPr/>
        </p:nvSpPr>
        <p:spPr>
          <a:xfrm>
            <a:off x="-1044624" y="1556792"/>
            <a:ext cx="1692188" cy="307313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9036496" y="188640"/>
            <a:ext cx="504056" cy="1656184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092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-108520" y="4101322"/>
            <a:ext cx="3888432" cy="280831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7186635" y="4509120"/>
            <a:ext cx="504056" cy="6278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Down Arrow 4"/>
          <p:cNvSpPr/>
          <p:nvPr/>
        </p:nvSpPr>
        <p:spPr>
          <a:xfrm>
            <a:off x="1115616" y="5949280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Down Arrow 5">
            <a:hlinkClick r:id="" action="ppaction://hlinkshowjump?jump=previousslide"/>
          </p:cNvPr>
          <p:cNvSpPr/>
          <p:nvPr/>
        </p:nvSpPr>
        <p:spPr>
          <a:xfrm rot="5400000">
            <a:off x="467544" y="5271785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Down Arrow 6"/>
          <p:cNvSpPr/>
          <p:nvPr/>
        </p:nvSpPr>
        <p:spPr>
          <a:xfrm rot="16200000">
            <a:off x="1763688" y="5271785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Down Arrow 7"/>
          <p:cNvSpPr/>
          <p:nvPr/>
        </p:nvSpPr>
        <p:spPr>
          <a:xfrm rot="10800000">
            <a:off x="1115617" y="4629924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403649" y="-99392"/>
            <a:ext cx="3312367" cy="194421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4716016" y="-243408"/>
            <a:ext cx="4824536" cy="86409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-540568" y="-243408"/>
            <a:ext cx="2376264" cy="86409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4824028" y="2924944"/>
            <a:ext cx="5364596" cy="122413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5796136" y="1484784"/>
            <a:ext cx="3888432" cy="172819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/>
          <p:cNvSpPr/>
          <p:nvPr/>
        </p:nvSpPr>
        <p:spPr>
          <a:xfrm>
            <a:off x="5148064" y="5303904"/>
            <a:ext cx="4176464" cy="1605729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7740352" y="3645024"/>
            <a:ext cx="1944216" cy="2274833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/>
          <p:cNvSpPr/>
          <p:nvPr/>
        </p:nvSpPr>
        <p:spPr>
          <a:xfrm>
            <a:off x="1835696" y="2636912"/>
            <a:ext cx="1944216" cy="57606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/>
          <p:cNvSpPr/>
          <p:nvPr/>
        </p:nvSpPr>
        <p:spPr>
          <a:xfrm>
            <a:off x="-1044624" y="1556792"/>
            <a:ext cx="1692188" cy="307313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9036496" y="188640"/>
            <a:ext cx="504056" cy="1656184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2378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-108520" y="4101322"/>
            <a:ext cx="3888432" cy="280831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4160446" y="5291975"/>
            <a:ext cx="504056" cy="6278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Down Arrow 4">
            <a:hlinkClick r:id="" action="ppaction://hlinkshowjump?jump=nextslide"/>
          </p:cNvPr>
          <p:cNvSpPr/>
          <p:nvPr/>
        </p:nvSpPr>
        <p:spPr>
          <a:xfrm>
            <a:off x="1115616" y="5949280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Down Arrow 5"/>
          <p:cNvSpPr/>
          <p:nvPr/>
        </p:nvSpPr>
        <p:spPr>
          <a:xfrm rot="5400000">
            <a:off x="467544" y="5271785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Down Arrow 6">
            <a:hlinkClick r:id="" action="ppaction://hlinkshowjump?jump=previousslide"/>
          </p:cNvPr>
          <p:cNvSpPr/>
          <p:nvPr/>
        </p:nvSpPr>
        <p:spPr>
          <a:xfrm rot="16200000">
            <a:off x="1763688" y="5271785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Down Arrow 7">
            <a:hlinkClick r:id="" action="ppaction://hlinkshowjump?jump=firstslide"/>
          </p:cNvPr>
          <p:cNvSpPr/>
          <p:nvPr/>
        </p:nvSpPr>
        <p:spPr>
          <a:xfrm rot="10800000">
            <a:off x="1115617" y="4629924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403649" y="-99392"/>
            <a:ext cx="3312367" cy="194421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4716016" y="-243408"/>
            <a:ext cx="4824536" cy="86409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-540568" y="-243408"/>
            <a:ext cx="2376264" cy="86409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4824028" y="2924944"/>
            <a:ext cx="5364596" cy="122413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5796136" y="1484784"/>
            <a:ext cx="3888432" cy="172819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/>
          <p:cNvSpPr/>
          <p:nvPr/>
        </p:nvSpPr>
        <p:spPr>
          <a:xfrm>
            <a:off x="5148064" y="5303904"/>
            <a:ext cx="4176464" cy="1605729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7740352" y="3645024"/>
            <a:ext cx="1944216" cy="2274833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/>
          <p:cNvSpPr/>
          <p:nvPr/>
        </p:nvSpPr>
        <p:spPr>
          <a:xfrm>
            <a:off x="1835696" y="2636912"/>
            <a:ext cx="1944216" cy="57606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/>
          <p:cNvSpPr/>
          <p:nvPr/>
        </p:nvSpPr>
        <p:spPr>
          <a:xfrm>
            <a:off x="-1044624" y="1556792"/>
            <a:ext cx="1692188" cy="307313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9036496" y="188640"/>
            <a:ext cx="504056" cy="1656184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8449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-108520" y="4101322"/>
            <a:ext cx="3888432" cy="280831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4160446" y="6184802"/>
            <a:ext cx="504056" cy="6278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Down Arrow 4"/>
          <p:cNvSpPr/>
          <p:nvPr/>
        </p:nvSpPr>
        <p:spPr>
          <a:xfrm>
            <a:off x="1115616" y="5949280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Down Arrow 5"/>
          <p:cNvSpPr/>
          <p:nvPr/>
        </p:nvSpPr>
        <p:spPr>
          <a:xfrm rot="5400000">
            <a:off x="467544" y="5271785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Down Arrow 6">
            <a:hlinkClick r:id="" action="ppaction://hlinkshowjump?jump=previousslide"/>
          </p:cNvPr>
          <p:cNvSpPr/>
          <p:nvPr/>
        </p:nvSpPr>
        <p:spPr>
          <a:xfrm rot="16200000">
            <a:off x="1763688" y="5271785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Down Arrow 7">
            <a:hlinkClick r:id="" action="ppaction://hlinkshowjump?jump=previousslide"/>
          </p:cNvPr>
          <p:cNvSpPr/>
          <p:nvPr/>
        </p:nvSpPr>
        <p:spPr>
          <a:xfrm rot="10800000">
            <a:off x="1115617" y="4629924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403649" y="-99392"/>
            <a:ext cx="3312367" cy="194421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4716016" y="-243408"/>
            <a:ext cx="4824536" cy="86409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-540568" y="-243408"/>
            <a:ext cx="2376264" cy="86409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4824028" y="2924944"/>
            <a:ext cx="5364596" cy="122413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5796136" y="1484784"/>
            <a:ext cx="3888432" cy="172819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/>
          <p:cNvSpPr/>
          <p:nvPr/>
        </p:nvSpPr>
        <p:spPr>
          <a:xfrm>
            <a:off x="5148064" y="5303904"/>
            <a:ext cx="4176464" cy="1605729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7740352" y="3645024"/>
            <a:ext cx="1944216" cy="2274833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/>
          <p:cNvSpPr/>
          <p:nvPr/>
        </p:nvSpPr>
        <p:spPr>
          <a:xfrm>
            <a:off x="1835696" y="2636912"/>
            <a:ext cx="1944216" cy="57606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/>
          <p:cNvSpPr/>
          <p:nvPr/>
        </p:nvSpPr>
        <p:spPr>
          <a:xfrm>
            <a:off x="-1044624" y="1556792"/>
            <a:ext cx="1692188" cy="307313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9036496" y="188640"/>
            <a:ext cx="504056" cy="1656184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5305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-108520" y="4101322"/>
            <a:ext cx="3888432" cy="280831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4160446" y="3331083"/>
            <a:ext cx="504056" cy="6278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Down Arrow 4">
            <a:hlinkClick r:id="" action="ppaction://hlinkshowjump?jump=firstslide"/>
          </p:cNvPr>
          <p:cNvSpPr/>
          <p:nvPr/>
        </p:nvSpPr>
        <p:spPr>
          <a:xfrm>
            <a:off x="1115616" y="5949280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Down Arrow 5">
            <a:hlinkClick r:id="" action="ppaction://hlinkshowjump?jump=nextslide"/>
          </p:cNvPr>
          <p:cNvSpPr/>
          <p:nvPr/>
        </p:nvSpPr>
        <p:spPr>
          <a:xfrm rot="5400000">
            <a:off x="467544" y="5271785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Down Arrow 6"/>
          <p:cNvSpPr/>
          <p:nvPr/>
        </p:nvSpPr>
        <p:spPr>
          <a:xfrm rot="16200000">
            <a:off x="1763688" y="5271785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Down Arrow 7">
            <a:hlinkClick r:id="rId2" action="ppaction://hlinksldjump"/>
          </p:cNvPr>
          <p:cNvSpPr/>
          <p:nvPr/>
        </p:nvSpPr>
        <p:spPr>
          <a:xfrm rot="10800000">
            <a:off x="1115617" y="4629924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403649" y="-99392"/>
            <a:ext cx="3312367" cy="194421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4716016" y="-243408"/>
            <a:ext cx="4824536" cy="86409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-540568" y="-243408"/>
            <a:ext cx="2376264" cy="86409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4824028" y="2924944"/>
            <a:ext cx="5364596" cy="122413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5796136" y="1484784"/>
            <a:ext cx="3888432" cy="172819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/>
          <p:cNvSpPr/>
          <p:nvPr/>
        </p:nvSpPr>
        <p:spPr>
          <a:xfrm>
            <a:off x="5148064" y="5303904"/>
            <a:ext cx="4176464" cy="1605729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7740352" y="3645024"/>
            <a:ext cx="1944216" cy="2274833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/>
          <p:cNvSpPr/>
          <p:nvPr/>
        </p:nvSpPr>
        <p:spPr>
          <a:xfrm>
            <a:off x="1835696" y="2636912"/>
            <a:ext cx="1944216" cy="57606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/>
          <p:cNvSpPr/>
          <p:nvPr/>
        </p:nvSpPr>
        <p:spPr>
          <a:xfrm>
            <a:off x="-1044624" y="1556792"/>
            <a:ext cx="1692188" cy="307313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9036496" y="188640"/>
            <a:ext cx="504056" cy="1656184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0836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-108520" y="4101322"/>
            <a:ext cx="3888432" cy="280831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3296634" y="3331083"/>
            <a:ext cx="504056" cy="6278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Down Arrow 4"/>
          <p:cNvSpPr/>
          <p:nvPr/>
        </p:nvSpPr>
        <p:spPr>
          <a:xfrm>
            <a:off x="1115616" y="5949280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Down Arrow 5">
            <a:hlinkClick r:id="" action="ppaction://hlinkshowjump?jump=nextslide"/>
          </p:cNvPr>
          <p:cNvSpPr/>
          <p:nvPr/>
        </p:nvSpPr>
        <p:spPr>
          <a:xfrm rot="5400000">
            <a:off x="467544" y="5271785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Down Arrow 6">
            <a:hlinkClick r:id="" action="ppaction://hlinkshowjump?jump=previousslide"/>
          </p:cNvPr>
          <p:cNvSpPr/>
          <p:nvPr/>
        </p:nvSpPr>
        <p:spPr>
          <a:xfrm rot="16200000">
            <a:off x="1763688" y="5271785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Down Arrow 7"/>
          <p:cNvSpPr/>
          <p:nvPr/>
        </p:nvSpPr>
        <p:spPr>
          <a:xfrm rot="10800000">
            <a:off x="1115617" y="4629924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403649" y="-99392"/>
            <a:ext cx="3312367" cy="194421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4716016" y="-243408"/>
            <a:ext cx="4824536" cy="86409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-540568" y="-243408"/>
            <a:ext cx="2376264" cy="86409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4824028" y="2924944"/>
            <a:ext cx="5364596" cy="122413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5796136" y="1484784"/>
            <a:ext cx="3888432" cy="172819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/>
          <p:cNvSpPr/>
          <p:nvPr/>
        </p:nvSpPr>
        <p:spPr>
          <a:xfrm>
            <a:off x="5148064" y="5303904"/>
            <a:ext cx="4176464" cy="1605729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7740352" y="3645024"/>
            <a:ext cx="1944216" cy="2274833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/>
          <p:cNvSpPr/>
          <p:nvPr/>
        </p:nvSpPr>
        <p:spPr>
          <a:xfrm>
            <a:off x="1835696" y="2636912"/>
            <a:ext cx="1944216" cy="57606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/>
          <p:cNvSpPr/>
          <p:nvPr/>
        </p:nvSpPr>
        <p:spPr>
          <a:xfrm>
            <a:off x="-1044624" y="1556792"/>
            <a:ext cx="1692188" cy="307313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9036496" y="188640"/>
            <a:ext cx="504056" cy="1656184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7901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-108520" y="4101322"/>
            <a:ext cx="3888432" cy="280831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2444490" y="3331083"/>
            <a:ext cx="504056" cy="6278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Down Arrow 4"/>
          <p:cNvSpPr/>
          <p:nvPr/>
        </p:nvSpPr>
        <p:spPr>
          <a:xfrm>
            <a:off x="1115616" y="5949280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Down Arrow 5">
            <a:hlinkClick r:id="" action="ppaction://hlinkshowjump?jump=nextslide"/>
          </p:cNvPr>
          <p:cNvSpPr/>
          <p:nvPr/>
        </p:nvSpPr>
        <p:spPr>
          <a:xfrm rot="5400000">
            <a:off x="467544" y="5271785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Down Arrow 6">
            <a:hlinkClick r:id="" action="ppaction://hlinkshowjump?jump=previousslide"/>
          </p:cNvPr>
          <p:cNvSpPr/>
          <p:nvPr/>
        </p:nvSpPr>
        <p:spPr>
          <a:xfrm rot="16200000">
            <a:off x="1763688" y="5271785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Down Arrow 7"/>
          <p:cNvSpPr/>
          <p:nvPr/>
        </p:nvSpPr>
        <p:spPr>
          <a:xfrm rot="10800000">
            <a:off x="1115617" y="4629924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403649" y="-99392"/>
            <a:ext cx="3312367" cy="194421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4716016" y="-243408"/>
            <a:ext cx="4824536" cy="86409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-540568" y="-243408"/>
            <a:ext cx="2376264" cy="86409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4824028" y="2924944"/>
            <a:ext cx="5364596" cy="122413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5796136" y="1484784"/>
            <a:ext cx="3888432" cy="172819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/>
          <p:cNvSpPr/>
          <p:nvPr/>
        </p:nvSpPr>
        <p:spPr>
          <a:xfrm>
            <a:off x="5148064" y="5303904"/>
            <a:ext cx="4176464" cy="1605729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7740352" y="3645024"/>
            <a:ext cx="1944216" cy="2274833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/>
          <p:cNvSpPr/>
          <p:nvPr/>
        </p:nvSpPr>
        <p:spPr>
          <a:xfrm>
            <a:off x="1835696" y="2636912"/>
            <a:ext cx="1944216" cy="57606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/>
          <p:cNvSpPr/>
          <p:nvPr/>
        </p:nvSpPr>
        <p:spPr>
          <a:xfrm>
            <a:off x="-1044624" y="1556792"/>
            <a:ext cx="1692188" cy="307313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9036496" y="188640"/>
            <a:ext cx="504056" cy="1656184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6284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-108520" y="4101322"/>
            <a:ext cx="3888432" cy="280831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1691680" y="3331083"/>
            <a:ext cx="504056" cy="6278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Down Arrow 4"/>
          <p:cNvSpPr/>
          <p:nvPr/>
        </p:nvSpPr>
        <p:spPr>
          <a:xfrm>
            <a:off x="1115616" y="5949280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Down Arrow 5">
            <a:hlinkClick r:id="" action="ppaction://hlinkshowjump?jump=nextslide"/>
          </p:cNvPr>
          <p:cNvSpPr/>
          <p:nvPr/>
        </p:nvSpPr>
        <p:spPr>
          <a:xfrm rot="5400000">
            <a:off x="467544" y="5271785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Down Arrow 6">
            <a:hlinkClick r:id="" action="ppaction://hlinkshowjump?jump=previousslide"/>
          </p:cNvPr>
          <p:cNvSpPr/>
          <p:nvPr/>
        </p:nvSpPr>
        <p:spPr>
          <a:xfrm rot="16200000">
            <a:off x="1763688" y="5271785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Down Arrow 7"/>
          <p:cNvSpPr/>
          <p:nvPr/>
        </p:nvSpPr>
        <p:spPr>
          <a:xfrm rot="10800000">
            <a:off x="1115617" y="4629924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403649" y="-99392"/>
            <a:ext cx="3312367" cy="194421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4716016" y="-243408"/>
            <a:ext cx="4824536" cy="86409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-540568" y="-243408"/>
            <a:ext cx="2376264" cy="86409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4824028" y="2924944"/>
            <a:ext cx="5364596" cy="122413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5796136" y="1484784"/>
            <a:ext cx="3888432" cy="172819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/>
          <p:cNvSpPr/>
          <p:nvPr/>
        </p:nvSpPr>
        <p:spPr>
          <a:xfrm>
            <a:off x="5148064" y="5303904"/>
            <a:ext cx="4176464" cy="1605729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7740352" y="3645024"/>
            <a:ext cx="1944216" cy="2274833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/>
          <p:cNvSpPr/>
          <p:nvPr/>
        </p:nvSpPr>
        <p:spPr>
          <a:xfrm>
            <a:off x="1835696" y="2636912"/>
            <a:ext cx="1944216" cy="57606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/>
          <p:cNvSpPr/>
          <p:nvPr/>
        </p:nvSpPr>
        <p:spPr>
          <a:xfrm>
            <a:off x="-1044624" y="1556792"/>
            <a:ext cx="1692188" cy="307313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9036496" y="188640"/>
            <a:ext cx="504056" cy="1656184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5100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-108520" y="4101322"/>
            <a:ext cx="3888432" cy="280831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899593" y="3331083"/>
            <a:ext cx="504056" cy="6278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Down Arrow 4"/>
          <p:cNvSpPr/>
          <p:nvPr/>
        </p:nvSpPr>
        <p:spPr>
          <a:xfrm>
            <a:off x="1115616" y="5949280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Down Arrow 5"/>
          <p:cNvSpPr/>
          <p:nvPr/>
        </p:nvSpPr>
        <p:spPr>
          <a:xfrm rot="5400000">
            <a:off x="467544" y="5271785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Down Arrow 6">
            <a:hlinkClick r:id="" action="ppaction://hlinkshowjump?jump=previousslide"/>
          </p:cNvPr>
          <p:cNvSpPr/>
          <p:nvPr/>
        </p:nvSpPr>
        <p:spPr>
          <a:xfrm rot="16200000">
            <a:off x="1763688" y="5271785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Down Arrow 7">
            <a:hlinkClick r:id="" action="ppaction://hlinkshowjump?jump=nextslide"/>
          </p:cNvPr>
          <p:cNvSpPr/>
          <p:nvPr/>
        </p:nvSpPr>
        <p:spPr>
          <a:xfrm rot="10800000">
            <a:off x="1115617" y="4629924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403649" y="-99392"/>
            <a:ext cx="3312367" cy="194421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4716016" y="-243408"/>
            <a:ext cx="4824536" cy="86409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-540568" y="-243408"/>
            <a:ext cx="2376264" cy="86409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4824028" y="2924944"/>
            <a:ext cx="5364596" cy="122413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5796136" y="1484784"/>
            <a:ext cx="3888432" cy="172819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/>
          <p:cNvSpPr/>
          <p:nvPr/>
        </p:nvSpPr>
        <p:spPr>
          <a:xfrm>
            <a:off x="5148064" y="5303904"/>
            <a:ext cx="4176464" cy="1605729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7740352" y="3645024"/>
            <a:ext cx="1944216" cy="2274833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/>
          <p:cNvSpPr/>
          <p:nvPr/>
        </p:nvSpPr>
        <p:spPr>
          <a:xfrm>
            <a:off x="1835696" y="2636912"/>
            <a:ext cx="1944216" cy="57606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/>
          <p:cNvSpPr/>
          <p:nvPr/>
        </p:nvSpPr>
        <p:spPr>
          <a:xfrm>
            <a:off x="-1044624" y="1556792"/>
            <a:ext cx="1692188" cy="307313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9036496" y="188640"/>
            <a:ext cx="504056" cy="1656184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482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-108520" y="4101322"/>
            <a:ext cx="3888432" cy="280831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899593" y="2703201"/>
            <a:ext cx="504056" cy="6278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Down Arrow 4">
            <a:hlinkClick r:id="" action="ppaction://hlinkshowjump?jump=previousslide"/>
          </p:cNvPr>
          <p:cNvSpPr/>
          <p:nvPr/>
        </p:nvSpPr>
        <p:spPr>
          <a:xfrm>
            <a:off x="1115616" y="5949280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Down Arrow 5"/>
          <p:cNvSpPr/>
          <p:nvPr/>
        </p:nvSpPr>
        <p:spPr>
          <a:xfrm rot="5400000">
            <a:off x="467544" y="5271785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Down Arrow 6"/>
          <p:cNvSpPr/>
          <p:nvPr/>
        </p:nvSpPr>
        <p:spPr>
          <a:xfrm rot="16200000">
            <a:off x="1763688" y="5271785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Down Arrow 7">
            <a:hlinkClick r:id="" action="ppaction://hlinkshowjump?jump=nextslide"/>
          </p:cNvPr>
          <p:cNvSpPr/>
          <p:nvPr/>
        </p:nvSpPr>
        <p:spPr>
          <a:xfrm rot="10800000">
            <a:off x="1115617" y="4629924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403649" y="-99392"/>
            <a:ext cx="3312367" cy="194421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4716016" y="-243408"/>
            <a:ext cx="4824536" cy="86409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-540568" y="-243408"/>
            <a:ext cx="2376264" cy="86409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4824028" y="2924944"/>
            <a:ext cx="5364596" cy="122413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5796136" y="1484784"/>
            <a:ext cx="3888432" cy="172819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/>
          <p:cNvSpPr/>
          <p:nvPr/>
        </p:nvSpPr>
        <p:spPr>
          <a:xfrm>
            <a:off x="5148064" y="5303904"/>
            <a:ext cx="4176464" cy="1605729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7740352" y="3645024"/>
            <a:ext cx="1944216" cy="2274833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/>
          <p:cNvSpPr/>
          <p:nvPr/>
        </p:nvSpPr>
        <p:spPr>
          <a:xfrm>
            <a:off x="1835696" y="2636912"/>
            <a:ext cx="1944216" cy="57606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/>
          <p:cNvSpPr/>
          <p:nvPr/>
        </p:nvSpPr>
        <p:spPr>
          <a:xfrm>
            <a:off x="-1044624" y="1556792"/>
            <a:ext cx="1692188" cy="307313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9036496" y="188640"/>
            <a:ext cx="504056" cy="1656184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0667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-108520" y="4101322"/>
            <a:ext cx="3888432" cy="280831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899593" y="2009030"/>
            <a:ext cx="504056" cy="6278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Down Arrow 4">
            <a:hlinkClick r:id="" action="ppaction://hlinkshowjump?jump=previousslide"/>
          </p:cNvPr>
          <p:cNvSpPr/>
          <p:nvPr/>
        </p:nvSpPr>
        <p:spPr>
          <a:xfrm>
            <a:off x="1115616" y="5949280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Down Arrow 5"/>
          <p:cNvSpPr/>
          <p:nvPr/>
        </p:nvSpPr>
        <p:spPr>
          <a:xfrm rot="5400000">
            <a:off x="467544" y="5271785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Down Arrow 6">
            <a:hlinkClick r:id="rId2" action="ppaction://hlinksldjump"/>
          </p:cNvPr>
          <p:cNvSpPr/>
          <p:nvPr/>
        </p:nvSpPr>
        <p:spPr>
          <a:xfrm rot="16200000">
            <a:off x="1763688" y="5271785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Down Arrow 7">
            <a:hlinkClick r:id="" action="ppaction://hlinkshowjump?jump=nextslide"/>
          </p:cNvPr>
          <p:cNvSpPr/>
          <p:nvPr/>
        </p:nvSpPr>
        <p:spPr>
          <a:xfrm rot="10800000">
            <a:off x="1115617" y="4629924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403649" y="-99392"/>
            <a:ext cx="3312367" cy="194421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4716016" y="-243408"/>
            <a:ext cx="4824536" cy="86409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-540568" y="-243408"/>
            <a:ext cx="2376264" cy="86409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4824028" y="2924944"/>
            <a:ext cx="5364596" cy="122413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5796136" y="1484784"/>
            <a:ext cx="3888432" cy="172819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/>
          <p:cNvSpPr/>
          <p:nvPr/>
        </p:nvSpPr>
        <p:spPr>
          <a:xfrm>
            <a:off x="5148064" y="5303904"/>
            <a:ext cx="4176464" cy="1605729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7740352" y="3645024"/>
            <a:ext cx="1944216" cy="2274833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/>
          <p:cNvSpPr/>
          <p:nvPr/>
        </p:nvSpPr>
        <p:spPr>
          <a:xfrm>
            <a:off x="1835696" y="2636912"/>
            <a:ext cx="1944216" cy="57606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/>
          <p:cNvSpPr/>
          <p:nvPr/>
        </p:nvSpPr>
        <p:spPr>
          <a:xfrm>
            <a:off x="-1044624" y="1556792"/>
            <a:ext cx="1692188" cy="307313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9036496" y="188640"/>
            <a:ext cx="504056" cy="1656184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9667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-108520" y="4101322"/>
            <a:ext cx="3888432" cy="280831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899593" y="1321679"/>
            <a:ext cx="504056" cy="6278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Down Arrow 4">
            <a:hlinkClick r:id="" action="ppaction://hlinkshowjump?jump=previousslide"/>
          </p:cNvPr>
          <p:cNvSpPr/>
          <p:nvPr/>
        </p:nvSpPr>
        <p:spPr>
          <a:xfrm>
            <a:off x="1115616" y="5949280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Down Arrow 5"/>
          <p:cNvSpPr/>
          <p:nvPr/>
        </p:nvSpPr>
        <p:spPr>
          <a:xfrm rot="5400000">
            <a:off x="467544" y="5271785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Down Arrow 6"/>
          <p:cNvSpPr/>
          <p:nvPr/>
        </p:nvSpPr>
        <p:spPr>
          <a:xfrm rot="16200000">
            <a:off x="1763688" y="5271785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Down Arrow 7">
            <a:hlinkClick r:id="" action="ppaction://hlinkshowjump?jump=nextslide"/>
          </p:cNvPr>
          <p:cNvSpPr/>
          <p:nvPr/>
        </p:nvSpPr>
        <p:spPr>
          <a:xfrm rot="10800000">
            <a:off x="1115617" y="4629924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403649" y="-99392"/>
            <a:ext cx="3312367" cy="194421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4716016" y="-243408"/>
            <a:ext cx="4824536" cy="86409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-540568" y="-243408"/>
            <a:ext cx="2376264" cy="86409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4824028" y="2924944"/>
            <a:ext cx="5364596" cy="122413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5796136" y="1484784"/>
            <a:ext cx="3888432" cy="172819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/>
          <p:cNvSpPr/>
          <p:nvPr/>
        </p:nvSpPr>
        <p:spPr>
          <a:xfrm>
            <a:off x="5148064" y="5303904"/>
            <a:ext cx="4176464" cy="1605729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7740352" y="3645024"/>
            <a:ext cx="1944216" cy="2274833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/>
          <p:cNvSpPr/>
          <p:nvPr/>
        </p:nvSpPr>
        <p:spPr>
          <a:xfrm>
            <a:off x="1835696" y="2636912"/>
            <a:ext cx="1944216" cy="57606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/>
          <p:cNvSpPr/>
          <p:nvPr/>
        </p:nvSpPr>
        <p:spPr>
          <a:xfrm>
            <a:off x="-1044624" y="1556792"/>
            <a:ext cx="1692188" cy="307313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9036496" y="188640"/>
            <a:ext cx="504056" cy="1656184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6449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-108520" y="4101322"/>
            <a:ext cx="3888432" cy="280831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863588" y="722700"/>
            <a:ext cx="504056" cy="6278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Down Arrow 4">
            <a:hlinkClick r:id="" action="ppaction://hlinkshowjump?jump=previousslide"/>
          </p:cNvPr>
          <p:cNvSpPr/>
          <p:nvPr/>
        </p:nvSpPr>
        <p:spPr>
          <a:xfrm>
            <a:off x="1115616" y="5949280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Down Arrow 5">
            <a:hlinkClick r:id="" action="ppaction://hlinkshowjump?jump=nextslide"/>
          </p:cNvPr>
          <p:cNvSpPr/>
          <p:nvPr/>
        </p:nvSpPr>
        <p:spPr>
          <a:xfrm rot="5400000">
            <a:off x="467544" y="5271785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Down Arrow 6"/>
          <p:cNvSpPr/>
          <p:nvPr/>
        </p:nvSpPr>
        <p:spPr>
          <a:xfrm rot="16200000">
            <a:off x="1763688" y="5271785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Down Arrow 7"/>
          <p:cNvSpPr/>
          <p:nvPr/>
        </p:nvSpPr>
        <p:spPr>
          <a:xfrm rot="10800000">
            <a:off x="1115617" y="4629924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403649" y="-99392"/>
            <a:ext cx="3312367" cy="194421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4716016" y="-243408"/>
            <a:ext cx="4824536" cy="86409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-540568" y="-243408"/>
            <a:ext cx="2376264" cy="86409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4824028" y="2924944"/>
            <a:ext cx="5364596" cy="122413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5796136" y="1484784"/>
            <a:ext cx="3888432" cy="172819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/>
          <p:cNvSpPr/>
          <p:nvPr/>
        </p:nvSpPr>
        <p:spPr>
          <a:xfrm>
            <a:off x="5148064" y="5303904"/>
            <a:ext cx="4176464" cy="1605729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7740352" y="3645024"/>
            <a:ext cx="1944216" cy="2274833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/>
          <p:cNvSpPr/>
          <p:nvPr/>
        </p:nvSpPr>
        <p:spPr>
          <a:xfrm>
            <a:off x="1835696" y="2636912"/>
            <a:ext cx="1944216" cy="57606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/>
          <p:cNvSpPr/>
          <p:nvPr/>
        </p:nvSpPr>
        <p:spPr>
          <a:xfrm>
            <a:off x="-1044624" y="1556792"/>
            <a:ext cx="1692188" cy="307313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9036496" y="188640"/>
            <a:ext cx="504056" cy="1656184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5385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-108520" y="4101322"/>
            <a:ext cx="3888432" cy="280831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143508" y="729031"/>
            <a:ext cx="504056" cy="6278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Down Arrow 4"/>
          <p:cNvSpPr/>
          <p:nvPr/>
        </p:nvSpPr>
        <p:spPr>
          <a:xfrm>
            <a:off x="1115616" y="5949280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Down Arrow 5">
            <a:hlinkClick r:id="" action="ppaction://hlinkshowjump?jump=lastslide"/>
          </p:cNvPr>
          <p:cNvSpPr/>
          <p:nvPr/>
        </p:nvSpPr>
        <p:spPr>
          <a:xfrm rot="5400000">
            <a:off x="467544" y="5271785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Down Arrow 6">
            <a:hlinkClick r:id="" action="ppaction://hlinkshowjump?jump=previousslide"/>
          </p:cNvPr>
          <p:cNvSpPr/>
          <p:nvPr/>
        </p:nvSpPr>
        <p:spPr>
          <a:xfrm rot="16200000">
            <a:off x="1763688" y="5271785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Down Arrow 7"/>
          <p:cNvSpPr/>
          <p:nvPr/>
        </p:nvSpPr>
        <p:spPr>
          <a:xfrm rot="10800000">
            <a:off x="1115617" y="4629924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403649" y="-99392"/>
            <a:ext cx="3312367" cy="194421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4716016" y="-243408"/>
            <a:ext cx="4824536" cy="86409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-540568" y="-243408"/>
            <a:ext cx="2376264" cy="86409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4824028" y="2924944"/>
            <a:ext cx="5364596" cy="122413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5796136" y="1484784"/>
            <a:ext cx="3888432" cy="172819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/>
          <p:cNvSpPr/>
          <p:nvPr/>
        </p:nvSpPr>
        <p:spPr>
          <a:xfrm>
            <a:off x="5148064" y="5303904"/>
            <a:ext cx="4176464" cy="1605729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7740352" y="3645024"/>
            <a:ext cx="1944216" cy="2274833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/>
          <p:cNvSpPr/>
          <p:nvPr/>
        </p:nvSpPr>
        <p:spPr>
          <a:xfrm>
            <a:off x="1835696" y="2636912"/>
            <a:ext cx="1944216" cy="57606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/>
          <p:cNvSpPr/>
          <p:nvPr/>
        </p:nvSpPr>
        <p:spPr>
          <a:xfrm>
            <a:off x="-1044624" y="1556792"/>
            <a:ext cx="1692188" cy="307313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9036496" y="188640"/>
            <a:ext cx="504056" cy="1656184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5127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-108520" y="4101322"/>
            <a:ext cx="3888432" cy="280831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-721522" y="729031"/>
            <a:ext cx="504056" cy="6278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Down Arrow 4"/>
          <p:cNvSpPr/>
          <p:nvPr/>
        </p:nvSpPr>
        <p:spPr>
          <a:xfrm>
            <a:off x="1115616" y="5949280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Down Arrow 5"/>
          <p:cNvSpPr/>
          <p:nvPr/>
        </p:nvSpPr>
        <p:spPr>
          <a:xfrm rot="5400000">
            <a:off x="467544" y="5271785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Down Arrow 6">
            <a:hlinkClick r:id="" action="ppaction://hlinkshowjump?jump=previousslide"/>
          </p:cNvPr>
          <p:cNvSpPr/>
          <p:nvPr/>
        </p:nvSpPr>
        <p:spPr>
          <a:xfrm rot="16200000">
            <a:off x="1763688" y="5271785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Down Arrow 7"/>
          <p:cNvSpPr/>
          <p:nvPr/>
        </p:nvSpPr>
        <p:spPr>
          <a:xfrm rot="10800000">
            <a:off x="1115617" y="4629924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403649" y="-99392"/>
            <a:ext cx="3312367" cy="194421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4716016" y="-243408"/>
            <a:ext cx="4824536" cy="86409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-540568" y="-243408"/>
            <a:ext cx="2376264" cy="86409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4824028" y="2924944"/>
            <a:ext cx="5364596" cy="122413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5796136" y="1484784"/>
            <a:ext cx="3888432" cy="172819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/>
          <p:cNvSpPr/>
          <p:nvPr/>
        </p:nvSpPr>
        <p:spPr>
          <a:xfrm>
            <a:off x="5148064" y="5303904"/>
            <a:ext cx="4176464" cy="1605729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7740352" y="3645024"/>
            <a:ext cx="1944216" cy="2274833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/>
          <p:cNvSpPr/>
          <p:nvPr/>
        </p:nvSpPr>
        <p:spPr>
          <a:xfrm>
            <a:off x="1835696" y="2636912"/>
            <a:ext cx="1944216" cy="57606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/>
          <p:cNvSpPr/>
          <p:nvPr/>
        </p:nvSpPr>
        <p:spPr>
          <a:xfrm>
            <a:off x="-1044624" y="1556792"/>
            <a:ext cx="1692188" cy="307313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9036496" y="188640"/>
            <a:ext cx="504056" cy="1656184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1629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-108520" y="4101322"/>
            <a:ext cx="3888432" cy="280831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1583668" y="2009030"/>
            <a:ext cx="504056" cy="6278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Down Arrow 4"/>
          <p:cNvSpPr/>
          <p:nvPr/>
        </p:nvSpPr>
        <p:spPr>
          <a:xfrm>
            <a:off x="1115616" y="5949280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Down Arrow 5">
            <a:hlinkClick r:id="rId2" action="ppaction://hlinksldjump"/>
          </p:cNvPr>
          <p:cNvSpPr/>
          <p:nvPr/>
        </p:nvSpPr>
        <p:spPr>
          <a:xfrm rot="5400000">
            <a:off x="467544" y="5271785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Down Arrow 6">
            <a:hlinkClick r:id="" action="ppaction://hlinkshowjump?jump=nextslide"/>
          </p:cNvPr>
          <p:cNvSpPr/>
          <p:nvPr/>
        </p:nvSpPr>
        <p:spPr>
          <a:xfrm rot="16200000">
            <a:off x="1763688" y="5271785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Down Arrow 7"/>
          <p:cNvSpPr/>
          <p:nvPr/>
        </p:nvSpPr>
        <p:spPr>
          <a:xfrm rot="10800000">
            <a:off x="1115617" y="4629924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403649" y="-99392"/>
            <a:ext cx="3312367" cy="194421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4716016" y="-243408"/>
            <a:ext cx="4824536" cy="86409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-540568" y="-243408"/>
            <a:ext cx="2376264" cy="86409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4824028" y="2924944"/>
            <a:ext cx="5364596" cy="122413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5796136" y="1484784"/>
            <a:ext cx="3888432" cy="172819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/>
          <p:cNvSpPr/>
          <p:nvPr/>
        </p:nvSpPr>
        <p:spPr>
          <a:xfrm>
            <a:off x="5148064" y="5303904"/>
            <a:ext cx="4176464" cy="1605729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7740352" y="3645024"/>
            <a:ext cx="1944216" cy="2274833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/>
          <p:cNvSpPr/>
          <p:nvPr/>
        </p:nvSpPr>
        <p:spPr>
          <a:xfrm>
            <a:off x="1835696" y="2636912"/>
            <a:ext cx="1944216" cy="57606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/>
          <p:cNvSpPr/>
          <p:nvPr/>
        </p:nvSpPr>
        <p:spPr>
          <a:xfrm>
            <a:off x="-1044624" y="1556792"/>
            <a:ext cx="1692188" cy="307313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9036496" y="188640"/>
            <a:ext cx="504056" cy="1656184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4054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-108520" y="4101322"/>
            <a:ext cx="3888432" cy="280831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2303748" y="1988197"/>
            <a:ext cx="504056" cy="6278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Down Arrow 4"/>
          <p:cNvSpPr/>
          <p:nvPr/>
        </p:nvSpPr>
        <p:spPr>
          <a:xfrm>
            <a:off x="1115616" y="5949280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Down Arrow 5">
            <a:hlinkClick r:id="" action="ppaction://hlinkshowjump?jump=previousslide"/>
          </p:cNvPr>
          <p:cNvSpPr/>
          <p:nvPr/>
        </p:nvSpPr>
        <p:spPr>
          <a:xfrm rot="5400000">
            <a:off x="467544" y="5271785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Down Arrow 6">
            <a:hlinkClick r:id="" action="ppaction://hlinkshowjump?jump=nextslide"/>
          </p:cNvPr>
          <p:cNvSpPr/>
          <p:nvPr/>
        </p:nvSpPr>
        <p:spPr>
          <a:xfrm rot="16200000">
            <a:off x="1763688" y="5271785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Down Arrow 7"/>
          <p:cNvSpPr/>
          <p:nvPr/>
        </p:nvSpPr>
        <p:spPr>
          <a:xfrm rot="10800000">
            <a:off x="1115617" y="4629924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403649" y="-99392"/>
            <a:ext cx="3312367" cy="194421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4716016" y="-243408"/>
            <a:ext cx="4824536" cy="86409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-540568" y="-243408"/>
            <a:ext cx="2376264" cy="86409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4824028" y="2924944"/>
            <a:ext cx="5364596" cy="122413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5796136" y="1484784"/>
            <a:ext cx="3888432" cy="172819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/>
          <p:cNvSpPr/>
          <p:nvPr/>
        </p:nvSpPr>
        <p:spPr>
          <a:xfrm>
            <a:off x="5148064" y="5303904"/>
            <a:ext cx="4176464" cy="1605729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7740352" y="3645024"/>
            <a:ext cx="1944216" cy="2274833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/>
          <p:cNvSpPr/>
          <p:nvPr/>
        </p:nvSpPr>
        <p:spPr>
          <a:xfrm>
            <a:off x="1835696" y="2636912"/>
            <a:ext cx="1944216" cy="57606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/>
          <p:cNvSpPr/>
          <p:nvPr/>
        </p:nvSpPr>
        <p:spPr>
          <a:xfrm>
            <a:off x="-1044624" y="1556792"/>
            <a:ext cx="1692188" cy="307313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9036496" y="188640"/>
            <a:ext cx="504056" cy="1656184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6377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-108520" y="4101322"/>
            <a:ext cx="3888432" cy="280831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3065591" y="1988197"/>
            <a:ext cx="504056" cy="6278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Down Arrow 4"/>
          <p:cNvSpPr/>
          <p:nvPr/>
        </p:nvSpPr>
        <p:spPr>
          <a:xfrm>
            <a:off x="1115616" y="5949280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Down Arrow 5">
            <a:hlinkClick r:id="" action="ppaction://hlinkshowjump?jump=previousslide"/>
          </p:cNvPr>
          <p:cNvSpPr/>
          <p:nvPr/>
        </p:nvSpPr>
        <p:spPr>
          <a:xfrm rot="5400000">
            <a:off x="467544" y="5271785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Down Arrow 6">
            <a:hlinkClick r:id="" action="ppaction://hlinkshowjump?jump=nextslide"/>
          </p:cNvPr>
          <p:cNvSpPr/>
          <p:nvPr/>
        </p:nvSpPr>
        <p:spPr>
          <a:xfrm rot="16200000">
            <a:off x="1763688" y="5271785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Down Arrow 7"/>
          <p:cNvSpPr/>
          <p:nvPr/>
        </p:nvSpPr>
        <p:spPr>
          <a:xfrm rot="10800000">
            <a:off x="1115617" y="4629924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403649" y="-99392"/>
            <a:ext cx="3312367" cy="194421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4716016" y="-243408"/>
            <a:ext cx="4824536" cy="86409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-540568" y="-243408"/>
            <a:ext cx="2376264" cy="86409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4824028" y="2924944"/>
            <a:ext cx="5364596" cy="122413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5796136" y="1484784"/>
            <a:ext cx="3888432" cy="172819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/>
          <p:cNvSpPr/>
          <p:nvPr/>
        </p:nvSpPr>
        <p:spPr>
          <a:xfrm>
            <a:off x="5148064" y="5303904"/>
            <a:ext cx="4176464" cy="1605729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7740352" y="3645024"/>
            <a:ext cx="1944216" cy="2274833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/>
          <p:cNvSpPr/>
          <p:nvPr/>
        </p:nvSpPr>
        <p:spPr>
          <a:xfrm>
            <a:off x="1835696" y="2636912"/>
            <a:ext cx="1944216" cy="57606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/>
          <p:cNvSpPr/>
          <p:nvPr/>
        </p:nvSpPr>
        <p:spPr>
          <a:xfrm>
            <a:off x="-1044624" y="1556792"/>
            <a:ext cx="1692188" cy="307313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9036496" y="188640"/>
            <a:ext cx="504056" cy="1656184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2243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-108520" y="4101322"/>
            <a:ext cx="3888432" cy="280831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4067944" y="2009030"/>
            <a:ext cx="504056" cy="6278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Down Arrow 4">
            <a:hlinkClick r:id="rId2" action="ppaction://hlinksldjump"/>
          </p:cNvPr>
          <p:cNvSpPr/>
          <p:nvPr/>
        </p:nvSpPr>
        <p:spPr>
          <a:xfrm>
            <a:off x="1115616" y="5949280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Down Arrow 5">
            <a:hlinkClick r:id="" action="ppaction://hlinkshowjump?jump=previousslide"/>
          </p:cNvPr>
          <p:cNvSpPr/>
          <p:nvPr/>
        </p:nvSpPr>
        <p:spPr>
          <a:xfrm rot="5400000">
            <a:off x="467544" y="5271785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Down Arrow 6">
            <a:hlinkClick r:id="" action="ppaction://hlinkshowjump?jump=nextslide"/>
          </p:cNvPr>
          <p:cNvSpPr/>
          <p:nvPr/>
        </p:nvSpPr>
        <p:spPr>
          <a:xfrm rot="16200000">
            <a:off x="1763688" y="5271785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Down Arrow 7"/>
          <p:cNvSpPr/>
          <p:nvPr/>
        </p:nvSpPr>
        <p:spPr>
          <a:xfrm rot="10800000">
            <a:off x="1115617" y="4629924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403649" y="-99392"/>
            <a:ext cx="3312367" cy="194421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4716016" y="-243408"/>
            <a:ext cx="4824536" cy="86409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-540568" y="-243408"/>
            <a:ext cx="2376264" cy="86409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4824028" y="2924944"/>
            <a:ext cx="5364596" cy="122413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5796136" y="1484784"/>
            <a:ext cx="3888432" cy="172819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/>
          <p:cNvSpPr/>
          <p:nvPr/>
        </p:nvSpPr>
        <p:spPr>
          <a:xfrm>
            <a:off x="5148064" y="5303904"/>
            <a:ext cx="4176464" cy="1605729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7740352" y="3645024"/>
            <a:ext cx="1944216" cy="2274833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/>
          <p:cNvSpPr/>
          <p:nvPr/>
        </p:nvSpPr>
        <p:spPr>
          <a:xfrm>
            <a:off x="1835696" y="2636912"/>
            <a:ext cx="1944216" cy="57606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/>
          <p:cNvSpPr/>
          <p:nvPr/>
        </p:nvSpPr>
        <p:spPr>
          <a:xfrm>
            <a:off x="-1044624" y="1556792"/>
            <a:ext cx="1692188" cy="307313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9036496" y="188640"/>
            <a:ext cx="504056" cy="1656184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3318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-108520" y="4101322"/>
            <a:ext cx="3888432" cy="280831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4896036" y="2009030"/>
            <a:ext cx="504056" cy="6278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Down Arrow 4"/>
          <p:cNvSpPr/>
          <p:nvPr/>
        </p:nvSpPr>
        <p:spPr>
          <a:xfrm>
            <a:off x="1115616" y="5949280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Down Arrow 5">
            <a:hlinkClick r:id="" action="ppaction://hlinkshowjump?jump=previousslide"/>
          </p:cNvPr>
          <p:cNvSpPr/>
          <p:nvPr/>
        </p:nvSpPr>
        <p:spPr>
          <a:xfrm rot="5400000">
            <a:off x="467544" y="5271785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Down Arrow 6"/>
          <p:cNvSpPr/>
          <p:nvPr/>
        </p:nvSpPr>
        <p:spPr>
          <a:xfrm rot="16200000">
            <a:off x="1763688" y="5271785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Down Arrow 7">
            <a:hlinkClick r:id="" action="ppaction://hlinkshowjump?jump=nextslide"/>
          </p:cNvPr>
          <p:cNvSpPr/>
          <p:nvPr/>
        </p:nvSpPr>
        <p:spPr>
          <a:xfrm rot="10800000">
            <a:off x="1115617" y="4629924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403649" y="-99392"/>
            <a:ext cx="3312367" cy="194421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4716016" y="-243408"/>
            <a:ext cx="4824536" cy="86409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-540568" y="-243408"/>
            <a:ext cx="2376264" cy="86409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4824028" y="2924944"/>
            <a:ext cx="5364596" cy="122413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5796136" y="1484784"/>
            <a:ext cx="3888432" cy="172819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/>
          <p:cNvSpPr/>
          <p:nvPr/>
        </p:nvSpPr>
        <p:spPr>
          <a:xfrm>
            <a:off x="5148064" y="5303904"/>
            <a:ext cx="4176464" cy="1605729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7740352" y="3645024"/>
            <a:ext cx="1944216" cy="2274833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/>
          <p:cNvSpPr/>
          <p:nvPr/>
        </p:nvSpPr>
        <p:spPr>
          <a:xfrm>
            <a:off x="1835696" y="2636912"/>
            <a:ext cx="1944216" cy="57606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/>
          <p:cNvSpPr/>
          <p:nvPr/>
        </p:nvSpPr>
        <p:spPr>
          <a:xfrm>
            <a:off x="-1044624" y="1556792"/>
            <a:ext cx="1692188" cy="307313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9036496" y="188640"/>
            <a:ext cx="504056" cy="1656184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9349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-108520" y="4101322"/>
            <a:ext cx="3888432" cy="280831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4896036" y="856902"/>
            <a:ext cx="504056" cy="6278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Down Arrow 4">
            <a:hlinkClick r:id="" action="ppaction://hlinkshowjump?jump=previousslide"/>
          </p:cNvPr>
          <p:cNvSpPr/>
          <p:nvPr/>
        </p:nvSpPr>
        <p:spPr>
          <a:xfrm>
            <a:off x="1115616" y="5949280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Down Arrow 5"/>
          <p:cNvSpPr/>
          <p:nvPr/>
        </p:nvSpPr>
        <p:spPr>
          <a:xfrm rot="5400000">
            <a:off x="467544" y="5271785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Down Arrow 6">
            <a:hlinkClick r:id="" action="ppaction://hlinkshowjump?jump=nextslide"/>
          </p:cNvPr>
          <p:cNvSpPr/>
          <p:nvPr/>
        </p:nvSpPr>
        <p:spPr>
          <a:xfrm rot="16200000">
            <a:off x="1763688" y="5271785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Down Arrow 7"/>
          <p:cNvSpPr/>
          <p:nvPr/>
        </p:nvSpPr>
        <p:spPr>
          <a:xfrm rot="10800000">
            <a:off x="1115617" y="4629924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403649" y="-99392"/>
            <a:ext cx="3312367" cy="194421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4716016" y="-243408"/>
            <a:ext cx="4824536" cy="86409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-540568" y="-243408"/>
            <a:ext cx="2376264" cy="86409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4824028" y="2924944"/>
            <a:ext cx="5364596" cy="122413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5796136" y="1484784"/>
            <a:ext cx="3888432" cy="172819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/>
          <p:cNvSpPr/>
          <p:nvPr/>
        </p:nvSpPr>
        <p:spPr>
          <a:xfrm>
            <a:off x="5148064" y="5303904"/>
            <a:ext cx="4176464" cy="1605729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7740352" y="3645024"/>
            <a:ext cx="1944216" cy="2274833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/>
          <p:cNvSpPr/>
          <p:nvPr/>
        </p:nvSpPr>
        <p:spPr>
          <a:xfrm>
            <a:off x="1835696" y="2636912"/>
            <a:ext cx="1944216" cy="57606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/>
          <p:cNvSpPr/>
          <p:nvPr/>
        </p:nvSpPr>
        <p:spPr>
          <a:xfrm>
            <a:off x="-1044624" y="1556792"/>
            <a:ext cx="1692188" cy="307313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9036496" y="188640"/>
            <a:ext cx="504056" cy="1656184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7843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-108520" y="4101322"/>
            <a:ext cx="3888432" cy="280831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5745264" y="856902"/>
            <a:ext cx="504056" cy="6278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Down Arrow 4"/>
          <p:cNvSpPr/>
          <p:nvPr/>
        </p:nvSpPr>
        <p:spPr>
          <a:xfrm>
            <a:off x="1115616" y="5949280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Down Arrow 5">
            <a:hlinkClick r:id="" action="ppaction://hlinkshowjump?jump=previousslide"/>
          </p:cNvPr>
          <p:cNvSpPr/>
          <p:nvPr/>
        </p:nvSpPr>
        <p:spPr>
          <a:xfrm rot="5400000">
            <a:off x="467544" y="5271785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Down Arrow 6">
            <a:hlinkClick r:id="" action="ppaction://hlinkshowjump?jump=nextslide"/>
          </p:cNvPr>
          <p:cNvSpPr/>
          <p:nvPr/>
        </p:nvSpPr>
        <p:spPr>
          <a:xfrm rot="16200000">
            <a:off x="1763688" y="5271785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Down Arrow 7"/>
          <p:cNvSpPr/>
          <p:nvPr/>
        </p:nvSpPr>
        <p:spPr>
          <a:xfrm rot="10800000">
            <a:off x="1115617" y="4629924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403649" y="-99392"/>
            <a:ext cx="3312367" cy="194421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4716016" y="-243408"/>
            <a:ext cx="4824536" cy="86409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-540568" y="-243408"/>
            <a:ext cx="2376264" cy="86409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4824028" y="2924944"/>
            <a:ext cx="5364596" cy="122413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5796136" y="1484784"/>
            <a:ext cx="3888432" cy="172819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/>
          <p:cNvSpPr/>
          <p:nvPr/>
        </p:nvSpPr>
        <p:spPr>
          <a:xfrm>
            <a:off x="5148064" y="5303904"/>
            <a:ext cx="4176464" cy="1605729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7740352" y="3645024"/>
            <a:ext cx="1944216" cy="2274833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/>
          <p:cNvSpPr/>
          <p:nvPr/>
        </p:nvSpPr>
        <p:spPr>
          <a:xfrm>
            <a:off x="1835696" y="2636912"/>
            <a:ext cx="1944216" cy="57606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/>
          <p:cNvSpPr/>
          <p:nvPr/>
        </p:nvSpPr>
        <p:spPr>
          <a:xfrm>
            <a:off x="-1044624" y="1556792"/>
            <a:ext cx="1692188" cy="307313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9036496" y="188640"/>
            <a:ext cx="504056" cy="1656184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5540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-108520" y="4101322"/>
            <a:ext cx="3888432" cy="280831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6516216" y="856902"/>
            <a:ext cx="504056" cy="6278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Down Arrow 4"/>
          <p:cNvSpPr/>
          <p:nvPr/>
        </p:nvSpPr>
        <p:spPr>
          <a:xfrm>
            <a:off x="1115616" y="5949280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Down Arrow 5">
            <a:hlinkClick r:id="" action="ppaction://hlinkshowjump?jump=previousslide"/>
          </p:cNvPr>
          <p:cNvSpPr/>
          <p:nvPr/>
        </p:nvSpPr>
        <p:spPr>
          <a:xfrm rot="5400000">
            <a:off x="467544" y="5271785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Down Arrow 6">
            <a:hlinkClick r:id="" action="ppaction://hlinkshowjump?jump=nextslide"/>
          </p:cNvPr>
          <p:cNvSpPr/>
          <p:nvPr/>
        </p:nvSpPr>
        <p:spPr>
          <a:xfrm rot="16200000">
            <a:off x="1763688" y="5271785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Down Arrow 7"/>
          <p:cNvSpPr/>
          <p:nvPr/>
        </p:nvSpPr>
        <p:spPr>
          <a:xfrm rot="10800000">
            <a:off x="1115617" y="4629924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403649" y="-99392"/>
            <a:ext cx="3312367" cy="194421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4716016" y="-243408"/>
            <a:ext cx="4824536" cy="86409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-540568" y="-243408"/>
            <a:ext cx="2376264" cy="86409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4824028" y="2924944"/>
            <a:ext cx="5364596" cy="122413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5796136" y="1484784"/>
            <a:ext cx="3888432" cy="172819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/>
          <p:cNvSpPr/>
          <p:nvPr/>
        </p:nvSpPr>
        <p:spPr>
          <a:xfrm>
            <a:off x="5148064" y="5303904"/>
            <a:ext cx="4176464" cy="1605729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7740352" y="3645024"/>
            <a:ext cx="1944216" cy="2274833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/>
          <p:cNvSpPr/>
          <p:nvPr/>
        </p:nvSpPr>
        <p:spPr>
          <a:xfrm>
            <a:off x="1835696" y="2636912"/>
            <a:ext cx="1944216" cy="57606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/>
          <p:cNvSpPr/>
          <p:nvPr/>
        </p:nvSpPr>
        <p:spPr>
          <a:xfrm>
            <a:off x="-1044624" y="1556792"/>
            <a:ext cx="1692188" cy="307313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9036496" y="188640"/>
            <a:ext cx="504056" cy="1656184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7403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-108520" y="4101322"/>
            <a:ext cx="3888432" cy="280831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7301976" y="856902"/>
            <a:ext cx="504056" cy="6278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Down Arrow 4"/>
          <p:cNvSpPr/>
          <p:nvPr/>
        </p:nvSpPr>
        <p:spPr>
          <a:xfrm>
            <a:off x="1115616" y="5949280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Down Arrow 5">
            <a:hlinkClick r:id="" action="ppaction://hlinkshowjump?jump=previousslide"/>
          </p:cNvPr>
          <p:cNvSpPr/>
          <p:nvPr/>
        </p:nvSpPr>
        <p:spPr>
          <a:xfrm rot="5400000">
            <a:off x="467544" y="5271785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Down Arrow 6">
            <a:hlinkClick r:id="" action="ppaction://hlinkshowjump?jump=nextslide"/>
          </p:cNvPr>
          <p:cNvSpPr/>
          <p:nvPr/>
        </p:nvSpPr>
        <p:spPr>
          <a:xfrm rot="16200000">
            <a:off x="1763688" y="5271785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Down Arrow 7"/>
          <p:cNvSpPr/>
          <p:nvPr/>
        </p:nvSpPr>
        <p:spPr>
          <a:xfrm rot="10800000">
            <a:off x="1115617" y="4629924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403649" y="-99392"/>
            <a:ext cx="3312367" cy="194421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4716016" y="-243408"/>
            <a:ext cx="4824536" cy="86409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-540568" y="-243408"/>
            <a:ext cx="2376264" cy="86409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4824028" y="2924944"/>
            <a:ext cx="5364596" cy="122413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5796136" y="1484784"/>
            <a:ext cx="3888432" cy="172819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/>
          <p:cNvSpPr/>
          <p:nvPr/>
        </p:nvSpPr>
        <p:spPr>
          <a:xfrm>
            <a:off x="5148064" y="5303904"/>
            <a:ext cx="4176464" cy="1605729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7740352" y="3645024"/>
            <a:ext cx="1944216" cy="2274833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/>
          <p:cNvSpPr/>
          <p:nvPr/>
        </p:nvSpPr>
        <p:spPr>
          <a:xfrm>
            <a:off x="1835696" y="2636912"/>
            <a:ext cx="1944216" cy="57606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/>
          <p:cNvSpPr/>
          <p:nvPr/>
        </p:nvSpPr>
        <p:spPr>
          <a:xfrm>
            <a:off x="-1044624" y="1556792"/>
            <a:ext cx="1692188" cy="307313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9036496" y="188640"/>
            <a:ext cx="504056" cy="1656184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5345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-108520" y="4101322"/>
            <a:ext cx="3888432" cy="280831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8028384" y="856902"/>
            <a:ext cx="504056" cy="6278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Down Arrow 4"/>
          <p:cNvSpPr/>
          <p:nvPr/>
        </p:nvSpPr>
        <p:spPr>
          <a:xfrm>
            <a:off x="1115616" y="5949280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Down Arrow 5">
            <a:hlinkClick r:id="" action="ppaction://hlinkshowjump?jump=previousslide"/>
          </p:cNvPr>
          <p:cNvSpPr/>
          <p:nvPr/>
        </p:nvSpPr>
        <p:spPr>
          <a:xfrm rot="5400000">
            <a:off x="467544" y="5271785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Down Arrow 6">
            <a:hlinkClick r:id="" action="ppaction://hlinkshowjump?jump=nextslide"/>
          </p:cNvPr>
          <p:cNvSpPr/>
          <p:nvPr/>
        </p:nvSpPr>
        <p:spPr>
          <a:xfrm rot="16200000">
            <a:off x="1763688" y="5271785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Down Arrow 7"/>
          <p:cNvSpPr/>
          <p:nvPr/>
        </p:nvSpPr>
        <p:spPr>
          <a:xfrm rot="10800000">
            <a:off x="1115617" y="4629924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403649" y="-99392"/>
            <a:ext cx="3312367" cy="194421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4716016" y="-243408"/>
            <a:ext cx="4824536" cy="86409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-540568" y="-243408"/>
            <a:ext cx="2376264" cy="86409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4824028" y="2924944"/>
            <a:ext cx="5364596" cy="122413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5796136" y="1484784"/>
            <a:ext cx="3888432" cy="172819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/>
          <p:cNvSpPr/>
          <p:nvPr/>
        </p:nvSpPr>
        <p:spPr>
          <a:xfrm>
            <a:off x="5148064" y="5303904"/>
            <a:ext cx="4176464" cy="1605729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7740352" y="3645024"/>
            <a:ext cx="1944216" cy="2274833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/>
          <p:cNvSpPr/>
          <p:nvPr/>
        </p:nvSpPr>
        <p:spPr>
          <a:xfrm>
            <a:off x="1835696" y="2636912"/>
            <a:ext cx="1944216" cy="57606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/>
          <p:cNvSpPr/>
          <p:nvPr/>
        </p:nvSpPr>
        <p:spPr>
          <a:xfrm>
            <a:off x="-1044624" y="1556792"/>
            <a:ext cx="1692188" cy="307313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9036496" y="188640"/>
            <a:ext cx="504056" cy="1656184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9066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-108520" y="4101322"/>
            <a:ext cx="3888432" cy="280831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8532440" y="872716"/>
            <a:ext cx="504056" cy="6278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Down Arrow 4"/>
          <p:cNvSpPr/>
          <p:nvPr/>
        </p:nvSpPr>
        <p:spPr>
          <a:xfrm>
            <a:off x="1115616" y="5949280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Down Arrow 5">
            <a:hlinkClick r:id="" action="ppaction://hlinkshowjump?jump=previousslide"/>
          </p:cNvPr>
          <p:cNvSpPr/>
          <p:nvPr/>
        </p:nvSpPr>
        <p:spPr>
          <a:xfrm rot="5400000">
            <a:off x="467544" y="5271785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Down Arrow 6"/>
          <p:cNvSpPr/>
          <p:nvPr/>
        </p:nvSpPr>
        <p:spPr>
          <a:xfrm rot="16200000">
            <a:off x="1763688" y="5271785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Down Arrow 7"/>
          <p:cNvSpPr/>
          <p:nvPr/>
        </p:nvSpPr>
        <p:spPr>
          <a:xfrm rot="10800000">
            <a:off x="1115617" y="4629924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403649" y="-99392"/>
            <a:ext cx="3312367" cy="194421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4716016" y="-243408"/>
            <a:ext cx="4824536" cy="86409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-540568" y="-243408"/>
            <a:ext cx="2376264" cy="86409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4824028" y="2924944"/>
            <a:ext cx="5364596" cy="122413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5796136" y="1484784"/>
            <a:ext cx="3888432" cy="172819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/>
          <p:cNvSpPr/>
          <p:nvPr/>
        </p:nvSpPr>
        <p:spPr>
          <a:xfrm>
            <a:off x="5148064" y="5303904"/>
            <a:ext cx="4176464" cy="1605729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7740352" y="3645024"/>
            <a:ext cx="1944216" cy="2274833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/>
          <p:cNvSpPr/>
          <p:nvPr/>
        </p:nvSpPr>
        <p:spPr>
          <a:xfrm>
            <a:off x="1835696" y="2636912"/>
            <a:ext cx="1944216" cy="57606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/>
          <p:cNvSpPr/>
          <p:nvPr/>
        </p:nvSpPr>
        <p:spPr>
          <a:xfrm>
            <a:off x="-1044624" y="1556792"/>
            <a:ext cx="1692188" cy="307313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9036496" y="188640"/>
            <a:ext cx="504056" cy="1656184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4053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-108520" y="4101322"/>
            <a:ext cx="3888432" cy="280831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4067944" y="2899035"/>
            <a:ext cx="504056" cy="6278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Down Arrow 4">
            <a:hlinkClick r:id="rId2" action="ppaction://hlinksldjump"/>
          </p:cNvPr>
          <p:cNvSpPr/>
          <p:nvPr/>
        </p:nvSpPr>
        <p:spPr>
          <a:xfrm>
            <a:off x="1115616" y="5949280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Down Arrow 5"/>
          <p:cNvSpPr/>
          <p:nvPr/>
        </p:nvSpPr>
        <p:spPr>
          <a:xfrm rot="5400000">
            <a:off x="467544" y="5271785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Down Arrow 6"/>
          <p:cNvSpPr/>
          <p:nvPr/>
        </p:nvSpPr>
        <p:spPr>
          <a:xfrm rot="16200000">
            <a:off x="1763688" y="5271785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Down Arrow 7">
            <a:hlinkClick r:id="rId3" action="ppaction://hlinksldjump"/>
          </p:cNvPr>
          <p:cNvSpPr/>
          <p:nvPr/>
        </p:nvSpPr>
        <p:spPr>
          <a:xfrm rot="10800000">
            <a:off x="1115617" y="4629924"/>
            <a:ext cx="576064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403649" y="-99392"/>
            <a:ext cx="3312367" cy="194421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4716016" y="-243408"/>
            <a:ext cx="4824536" cy="86409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-540568" y="-243408"/>
            <a:ext cx="2376264" cy="86409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4824028" y="2924944"/>
            <a:ext cx="5364596" cy="122413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5796136" y="1484784"/>
            <a:ext cx="3888432" cy="172819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/>
          <p:cNvSpPr/>
          <p:nvPr/>
        </p:nvSpPr>
        <p:spPr>
          <a:xfrm>
            <a:off x="5148064" y="5303904"/>
            <a:ext cx="4176464" cy="1605729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7740352" y="3645024"/>
            <a:ext cx="1944216" cy="2274833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/>
          <p:cNvSpPr/>
          <p:nvPr/>
        </p:nvSpPr>
        <p:spPr>
          <a:xfrm>
            <a:off x="1835696" y="2636912"/>
            <a:ext cx="1944216" cy="57606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/>
          <p:cNvSpPr/>
          <p:nvPr/>
        </p:nvSpPr>
        <p:spPr>
          <a:xfrm>
            <a:off x="-1044624" y="1556792"/>
            <a:ext cx="1692188" cy="307313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9036496" y="188640"/>
            <a:ext cx="504056" cy="1656184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4125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6600" b="1" dirty="0" smtClean="0"/>
              <a:t>Congratulations!!!!</a:t>
            </a:r>
          </a:p>
          <a:p>
            <a:pPr algn="ctr"/>
            <a:r>
              <a:rPr lang="en-IN" sz="6600" b="1" dirty="0" smtClean="0"/>
              <a:t>You won!!</a:t>
            </a:r>
            <a:endParaRPr lang="en-IN" sz="6600" b="1" dirty="0"/>
          </a:p>
        </p:txBody>
      </p:sp>
    </p:spTree>
    <p:extLst>
      <p:ext uri="{BB962C8B-B14F-4D97-AF65-F5344CB8AC3E}">
        <p14:creationId xmlns:p14="http://schemas.microsoft.com/office/powerpoint/2010/main" val="3340780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5</Words>
  <Application>Microsoft Office PowerPoint</Application>
  <PresentationFormat>On-screen Show (4:3)</PresentationFormat>
  <Paragraphs>2</Paragraphs>
  <Slides>31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pc</cp:lastModifiedBy>
  <cp:revision>6</cp:revision>
  <dcterms:created xsi:type="dcterms:W3CDTF">2026-03-28T13:00:54Z</dcterms:created>
  <dcterms:modified xsi:type="dcterms:W3CDTF">2026-06-13T13:38:27Z</dcterms:modified>
</cp:coreProperties>
</file>